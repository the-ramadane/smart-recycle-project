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200" b="1">
                <a:solidFill>
                  <a:srgbClr val="34D399"/>
                </a:solidFill>
                <a:latin typeface="Arial"/>
              </a:defRPr>
            </a:pPr>
            <a:r>
              <a:t>Soutenance RNCP — Épreuve E1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600">
                <a:solidFill>
                  <a:srgbClr val="6EE7B7"/>
                </a:solidFill>
                <a:latin typeface="Arial"/>
              </a:defRPr>
            </a:pPr>
            <a:r>
              <a:t>Data Engineering — Pipeline de Données</a:t>
            </a:r>
          </a:p>
          <a:p>
            <a:pPr algn="ctr">
              <a:defRPr sz="2200">
                <a:solidFill>
                  <a:srgbClr val="A1A1AA"/>
                </a:solidFill>
                <a:latin typeface="Arial"/>
              </a:defRPr>
            </a:pPr>
            <a:r>
              <a:t>Projet : Smart Recycle ♻️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4D399"/>
                </a:solidFill>
                <a:latin typeface="Arial"/>
              </a:defRPr>
            </a:pPr>
            <a:r>
              <a:t>1. Contexte &amp; Objectif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Problème résolu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Aider les citoyens à trier correctement leurs déchets grâce à l'IA.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L'utilisateur photographie un déchet → l'application le classe automatiquement.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Stack technologique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Frontend : Next.js (React)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Backend IA : Python + FastAPI + YOLOv10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Base de données : PostgreSQL (Prisma ORM)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Déploiement : Docker + Docker Compose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4D399"/>
                </a:solidFill>
                <a:latin typeface="Arial"/>
              </a:defRPr>
            </a:pPr>
            <a:r>
              <a:t>2. Extraction des Données (C1)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Source : Dataset TrashNet (open-source, 6 catégories)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cardboard  •  glass  •  metal  •  paper  •  plastic  •  trash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Script split_dataset.py — Automatisation du pipeline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Lecture de toutes les images sources (.jpg, .jpeg, .png)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Randomisation (random.shuffle) pour éviter les biais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Répartition automatique : 80% Train / 20% Validation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Résultat : data/train/&lt;catégorie&gt;/ et data/val/&lt;catégorie&gt;/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4D399"/>
                </a:solidFill>
                <a:latin typeface="Arial"/>
              </a:defRPr>
            </a:pPr>
            <a:r>
              <a:t>3. Requêtes et Gestion des Données (C2)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Base de données : PostgreSQL piloté par Prisma ORM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Requêtes métiers concrètes dans l'application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findMany() — Récupérer les 10 derniers scans d'un utilisateur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update() — Incrémenter les points de gamification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groupBy() — Statistiques des déchets par catégorie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Avantage Prisma : SQL optimisé + typage TypeScript strict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4D399"/>
                </a:solidFill>
                <a:latin typeface="Arial"/>
              </a:defRPr>
            </a:pPr>
            <a:r>
              <a:t>4. Nettoyage &amp; Normalisation des Données (C3)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Nettoyage des images (Dataset)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Filtrage : exclusion des formats non supportés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Redimensionnement normalisé de toutes les images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Randomisation anti-biais avant la séparation Train/Val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Normalisation de la BDD (3ème Forme Normale)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Tables séparées pour Scan, Badge, Account (sans redondance)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Champ createdAt automatique sur chaque entité (analyses temporelles)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4D399"/>
                </a:solidFill>
                <a:latin typeface="Arial"/>
              </a:defRPr>
            </a:pPr>
            <a:r>
              <a:t>5. Conception BDD &amp; Conformité RGPD (C4)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Schéma Prisma : 5 modèles liés (User, Scan, Badge, Account, Session)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Implémentation du Droit à l'Oubli (RGPD — Art. 17)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onDelete: Cascade sur toutes les relations vers User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1 seule requête supprime toutes les données personnelles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Sécurisation des accès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DATABASE_URL stockée dans .env (jamais commitée)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Authentification OAuth (Google/GitHub) via NextAuth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4D399"/>
                </a:solidFill>
                <a:latin typeface="Arial"/>
              </a:defRPr>
            </a:pPr>
            <a:r>
              <a:t>6. Exposition via API REST (C5)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API Python FastAPI — 2 endpoints exposés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GET  /       → Health check (l'API est-elle en ligne ?)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POST /classify → Reçoit l'image → Retourne les déchets détectés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Réponse JSON structurée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{ "filename", "detections", "total_objects_detected" }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Déploiement en production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Conteneurisé avec Docker (Dockerfile + .dockerignore)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Orchestré avec Docker Compose (API + Web + PostgreSQL)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34D399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Smart Recycle illustre une chaîne Data Engineering complète :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Données collectées, nettoyées et normalisées de manière automatisée.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BDD relationnelle conçue avec rigueur (RGPD, sécurité, intégrité).</a:t>
            </a:r>
          </a:p>
          <a:p>
            <a:pPr lvl="1">
              <a:spcBef>
                <a:spcPts val="400"/>
              </a:spcBef>
              <a:defRPr sz="1900">
                <a:solidFill>
                  <a:srgbClr val="A1A1AA"/>
                </a:solidFill>
                <a:latin typeface="Arial"/>
              </a:defRPr>
            </a:pPr>
            <a:r>
              <a:t>• Services exposés via une API REST moderne, containerisée et scalable.</a:t>
            </a:r>
          </a:p>
          <a:p>
            <a:pPr>
              <a:spcBef>
                <a:spcPts val="800"/>
              </a:spcBef>
              <a:defRPr sz="2200" b="1">
                <a:solidFill>
                  <a:srgbClr val="F4F4F6"/>
                </a:solidFill>
                <a:latin typeface="Arial"/>
              </a:defRPr>
            </a:pPr>
            <a:r>
              <a:t>Cette couche Data est le socle qui rend l'IA performante et fiable.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