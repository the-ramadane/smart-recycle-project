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6012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1440" cy="3474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SOUTENANCE RNCP 37827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6EDF3"/>
                </a:solidFill>
                <a:latin typeface="Calibri"/>
              </a:defRPr>
            </a:pPr>
            <a:r>
              <a:t>Développement App &amp;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54864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Calibri"/>
              </a:defRPr>
            </a:pPr>
            <a:r>
              <a:t>Projet Smart Recycle  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Épreuve E4  •  20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657600"/>
            <a:ext cx="292608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703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Ramadane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20 minutes — Architecture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81328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463040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5179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Analyse du Besoin &amp; Cahier des Charges (C14)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139696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121408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1762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Architecture Applicative (C15)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798064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779776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2834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Gestion de Projet Agile (C16)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45643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438144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4930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Développement Frontend Next.js (C17)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96512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114800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096512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1513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Automatisation des Tests (C18)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54879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773167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4754879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809743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Livraison Continue &amp; Docker (C19)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13248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431536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5413248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4681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Démonstration Live de l'Application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1. Analyse du Besoin (C14)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📄 Cahier des Charges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Cible : Citoyens cherchant à améliorer leur tri écologique.</a:t>
            </a:r>
            <a:br/>
            <a:br/>
            <a:r>
              <a:t>Contraintes clés :</a:t>
            </a:r>
            <a:br/>
            <a:r>
              <a:t>→ Mobile-first (usage en extérieur)</a:t>
            </a:r>
            <a:br/>
            <a:r>
              <a:t>→ Affichage instantané du résultat</a:t>
            </a:r>
            <a:br/>
            <a:r>
              <a:t>→ Interface très simple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76072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7607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👤 User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1. En tant qu'utilisateur, je veux prendre une photo de mon déchet afin de connaître la poubelle adaptée.</a:t>
            </a:r>
            <a:br/>
            <a:br/>
            <a:r>
              <a:t>2. En tant qu'utilisateur connecté, je veux gagner des points après un tri réussi afin de débloquer des badges (Gamification).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2. Architecture Applicative (C15)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Micro-services : Séparation claire des responsabilités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286000"/>
            <a:ext cx="320040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286000"/>
            <a:ext cx="32004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EDF3"/>
                </a:solidFill>
                <a:latin typeface="Calibri"/>
              </a:defRPr>
            </a:pPr>
            <a:r>
              <a:t>Next.js (React)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114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UI, Caméra, Gamification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286000"/>
            <a:ext cx="320040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320040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BACKEND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EDF3"/>
                </a:solidFill>
                <a:latin typeface="Calibri"/>
              </a:defRPr>
            </a:pPr>
            <a:r>
              <a:t>FastAPI (Python)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114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Modèle YOLOv10, Prédiction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286000"/>
            <a:ext cx="320040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286000"/>
            <a:ext cx="3200400" cy="914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EDF3"/>
                </a:solidFill>
                <a:latin typeface="Calibri"/>
              </a:defRPr>
            </a:pPr>
            <a:r>
              <a:t>PostgreSQL + 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114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Historique, Utilisateurs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4747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6EDF3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3. Coordination &amp; Méthode Agile (C16)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3152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🛠️ Plan de Projet (Kanban)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Le développement a été découpé en Sprints courts pour permettre de valider d'abord le cœur de métier (l'IA) avant d'ajouter le superflu (Gamification).</a:t>
            </a:r>
            <a:br/>
            <a:r>
              <a:t>Utilisation d'un tableau Kanban (A faire / En cours / Terminé).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143000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73152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🎯 Priorisation (MoSCoW)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• Must have : L'IA détecte et affiche la bonne poubelle.</a:t>
            </a:r>
            <a:br/>
            <a:r>
              <a:t>• Should have : Authentification OAuth.</a:t>
            </a:r>
            <a:br/>
            <a:r>
              <a:t>• Could have : Système de badges et classement utilisateurs.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4. Développement Frontend (C17)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Framework : Next.js (React) +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3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Capture d'image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Utilisation de MediaDevices.getUserMedia pour capturer la photo côté client.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3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Fetch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Envoi asynchrone du FormData vers FastAPI, gestion des états loading/error.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3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Appel à l'ORM Prisma via des Server Actions pour ajouter des points.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03520"/>
            <a:ext cx="1143000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3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UI /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577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Composants React isolés, feedback visuel instantané (poubelle verte, jaune...).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5. Automatisation des Tests (C18)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🧪 Suite de Tests (pytest)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Code source de l'API couvert par 7 tests automatisés :</a:t>
            </a:r>
            <a:br/>
            <a:br/>
            <a:r>
              <a:t>→ Vérification des codes HTTP (200, 422).</a:t>
            </a:r>
            <a:br/>
            <a:r>
              <a:t>→ Validation de la structure JSON de réponse.</a:t>
            </a:r>
            <a:br/>
            <a:r>
              <a:t>→ Gestion des erreurs métiers.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76072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7607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🎭 Le Mocking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Pour que les tests s'exécutent en millisecondes et sans carte graphique, le modèle YOLO est mocké (MagicMock).</a:t>
            </a:r>
            <a:br/>
            <a:br/>
            <a:r>
              <a:t>C'est la garantie que les tests tourneront parfaitement sur n'importe quelle machine de CI/CD.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6. Livraison Continue &amp; Déploiement (C19)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Le projet n'est pas un script local, c'est une application prête pour la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48640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73152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🐳 Conteneurisation (Docker)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Fichier docker-compose.yml à la racine.</a:t>
            </a:r>
            <a:br/>
            <a:br/>
            <a:r>
              <a:t>Une seule commande orchestre les 3 briques (Next, FastAPI, BDD) dans un réseau virtuel fermé.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76072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73152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⚙️ CI/CD (GitHub Actions)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Automatisation intégrale à chaque git push :</a:t>
            </a:r>
            <a:br/>
            <a:r>
              <a:t>1. Installation des dépendances</a:t>
            </a:r>
            <a:br/>
            <a:r>
              <a:t>2. Exécution des tests pytest</a:t>
            </a:r>
            <a:br/>
            <a:r>
              <a:t>3. Build de l'image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366F1"/>
                </a:solidFill>
                <a:latin typeface="Calibri"/>
              </a:defRPr>
            </a:pPr>
            <a:r>
              <a:t>DÉMONSTRATION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606040"/>
            <a:ext cx="67025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949E"/>
                </a:solidFill>
                <a:latin typeface="Calibri"/>
              </a:defRPr>
            </a:pPr>
            <a:r>
              <a:t>Smart Recycle en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840480"/>
            <a:ext cx="4114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3913632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59352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Interface web Next.js (Capture de la photo)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480560"/>
            <a:ext cx="94183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4114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4553712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99432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Retour de l'IA et affichage de la bonne poubelle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120640"/>
            <a:ext cx="94183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5120640"/>
            <a:ext cx="4114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193792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239512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Mise à jour des points de Gamification (Prisma/Postgres)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760720"/>
            <a:ext cx="94183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760720"/>
            <a:ext cx="4114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833872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879592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Exécution locale d'un 'docker compose up'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Validation de la chaîne complète de développement 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143000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731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29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C14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66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Analyse précise du besoin (User Stories &amp; UX)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1143000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731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614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C15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980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Architecture distribuée et évolutive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1143000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731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93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C16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95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Méthodologie Scrum/Kanban appliquée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1143000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2452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C17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61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Interface Frontend réactive avec intégration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1143000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846320"/>
            <a:ext cx="731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9560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C18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92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Tests backend mockés et robustes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577840"/>
            <a:ext cx="731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6875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C19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7241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Ecosystème dockerisé prêt pour la production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17920"/>
            <a:ext cx="11430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Fin de la présentation. Merci de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